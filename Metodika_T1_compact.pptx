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 |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 | 2025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оценки эффективности</a:t>
            </a:r>
          </a:p>
          <a:p>
            <a:r>
              <a:t>спонсорских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решение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устроена матрица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балл и пример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следующие шаги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